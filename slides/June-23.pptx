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548640"/>
            <a:ext cx="3200400" cy="5852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0" b="0">
                <a:solidFill>
                  <a:srgbClr val="DCE6F0"/>
                </a:solidFill>
                <a:latin typeface="Arial Black"/>
              </a:rPr>
              <a:t>{ }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27632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284C7"/>
                </a:solidFill>
                <a:latin typeface="Arial"/>
              </a:rPr>
              <a:t>STEM INSTITUTE  ·  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Make a 3D Game:</a:t>
            </a:r>
          </a:p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Battle Royale in Godot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47566B"/>
                </a:solidFill>
                <a:latin typeface="Calibri"/>
              </a:rPr>
              <a:t>Real models, real bots, real multiplayer — </a:t>
            </a:r>
            <a:r>
              <a:rPr sz="1700" b="1">
                <a:solidFill>
                  <a:srgbClr val="F97316"/>
                </a:solidFill>
                <a:latin typeface="Calibri"/>
              </a:rPr>
              <a:t>Last Circle</a:t>
            </a:r>
            <a:r>
              <a:rPr sz="1700" b="0">
                <a:solidFill>
                  <a:srgbClr val="47566B"/>
                </a:solidFill>
                <a:latin typeface="Calibri"/>
              </a:rPr>
              <a:t>, a PUBG-style slice.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00600"/>
            <a:ext cx="3017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7566B"/>
                </a:solidFill>
                <a:latin typeface="Calibri"/>
              </a:rPr>
              <a:t>Day 8  —  June 23,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Today's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1 · Design the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Scope like a studio (PUBG → slice)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Where game art comes from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Scenes, scripts &amp; the referee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Write task-23.md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96596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2 · Build Last Circle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4320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Arena, movement, shooting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A real 3D character + bots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The shrinking zone + multiplayer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•  Playtest, then ship an 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Last Circle, in One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One 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120×120 m, cover boxes,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spawn ring — built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by code, same for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Bots + friends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Bots hunt with a tiny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brain; friends join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your match by 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The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The safe zone shrinks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60→35→18→6 m.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Outside? 5 HP/s.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Last one 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HP 100, hitscan rifle,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no respawns —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winner takes the slide.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PUBG is content at scale. </a:t>
            </a:r>
            <a:r>
              <a:rPr sz="1250" b="1">
                <a:solidFill>
                  <a:srgbClr val="F97316"/>
                </a:solidFill>
                <a:latin typeface="Calibri"/>
              </a:rPr>
              <a:t>The mechanics fit in a classroom.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0 · SCOPE LIKE A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PUBG vs Our Slice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802258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PUBG has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5178" y="1627632"/>
            <a:ext cx="3690426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Our slice 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5604" y="1627632"/>
            <a:ext cx="3690426" cy="475488"/>
          </a:xfrm>
          <a:prstGeom prst="roundRect">
            <a:avLst>
              <a:gd name="adj" fmla="val 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Why that's enough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100 players + matchmaking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5178" y="2103120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host + joiners + 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5604" y="2103120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the mechanic is identical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a huge island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178" y="2578608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one 120 m arena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5604" y="2578608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level design ≠ engine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54096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dozens of guns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5178" y="3054096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one hitscan rifle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5604" y="3054096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one gun done well teaches 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the blue zone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5178" y="3529584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15803D"/>
                </a:solidFill>
                <a:latin typeface="Calibri"/>
              </a:rPr>
              <a:t>✅ the same shrinking circle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5604" y="3529584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the signature, kept whole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05072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loot, armor, heals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5178" y="4005072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 (roadmap)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5604" y="4005072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purely additive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3802258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squads, voice, vehicles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5178" y="4480560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5604" y="4480560"/>
            <a:ext cx="3690426" cy="47548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/>
            <a:r>
              <a:rPr sz="1150">
                <a:solidFill>
                  <a:srgbClr val="47566B"/>
                </a:solidFill>
                <a:latin typeface="Calibri"/>
              </a:rPr>
              <a:t>out of scope, said out 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8464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Cutting scope isn't cheating — </a:t>
            </a:r>
            <a:r>
              <a:rPr sz="1250" b="0">
                <a:solidFill>
                  <a:srgbClr val="47566B"/>
                </a:solidFill>
                <a:latin typeface="Calibri"/>
              </a:rPr>
              <a:t>naming what you cut is the most professional line in the doc.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GAME ART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Where Models Come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CC0 packs  ← we use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kenney.nl · kaylousberg.com ·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quaternius.com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Rigged GLB characters, free for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anything, no account needed.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Ours: KayKit Knight &amp; Rogue —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76 animations included.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60020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17136" y="18288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2936" y="190195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Mixamo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603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Upload any humanoid model →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auto-rig → pick from 2,000+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animations → export FBX.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Free with an Adobe login.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Great for custom characters.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60020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8288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90195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Blender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5603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Model, rig, and animate your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own — the studio pipeline.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Export GLB → drag into Godot.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The skill ceiling, not the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starting 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778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License check is part of engineering: </a:t>
            </a:r>
            <a:r>
              <a:rPr sz="1250" b="0">
                <a:solidFill>
                  <a:srgbClr val="47566B"/>
                </a:solidFill>
                <a:latin typeface="Calibri"/>
              </a:rPr>
              <a:t>CC0 = use anywhere; always keep the LICENSE file next to the asset.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1 · PICK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The Whole Stack Is 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Godot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 real game engine,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100 MB, no license fees,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runs on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GDScript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Python-like language —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if you wrote the blog,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you can read this.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98424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ENet built-in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Host/join multiplayer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ships with the engine.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No extra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67004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984248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CC0 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64408"/>
            <a:ext cx="2304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KayKit GLB models with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Idle/Run/Shoot/Death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animations bundled.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Total cost of the toolchain: </a:t>
            </a:r>
            <a:r>
              <a:rPr sz="1250" b="1">
                <a:solidFill>
                  <a:srgbClr val="F97316"/>
                </a:solidFill>
                <a:latin typeface="Calibri"/>
              </a:rPr>
              <a:t>$0.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2 · THE DESIGN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Inside task-23.md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035040" cy="3566160"/>
          </a:xfrm>
          <a:prstGeom prst="roundRect">
            <a:avLst>
              <a:gd name="adj" fmla="val 5000"/>
            </a:avLst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tIns="228600" rIns="182880" bIns="182880"/>
          <a:lstStyle/>
          <a:p>
            <a:pPr algn="l"/>
            <a:r>
              <a:rPr sz="1100">
                <a:solidFill>
                  <a:srgbClr val="7DD3FC"/>
                </a:solidFill>
                <a:latin typeface="Consolas"/>
              </a:rPr>
              <a:t># task-23.md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PUBG map -&gt; our slice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Asset pipeline (CC0/Mixamo/Blender)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Scenes &amp; scripts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player.tscn  bot.tscn  zone …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Multiplayer: host = referee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Game rules (the contract)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rifle 25 dmg · 0.15s · 30 mag</a:t>
            </a:r>
          </a:p>
          <a:p>
            <a:pPr algn="l"/>
            <a:r>
              <a:rPr sz="1100">
                <a:solidFill>
                  <a:srgbClr val="FDBA74"/>
                </a:solidFill>
                <a:latin typeface="Consolas"/>
              </a:rPr>
              <a:t>   zone 60→35→18→6 · 5 HP/s</a:t>
            </a:r>
          </a:p>
          <a:p>
            <a:pPr algn="l"/>
            <a:r>
              <a:rPr sz="1100">
                <a:solidFill>
                  <a:srgbClr val="E8F0F8"/>
                </a:solidFill>
                <a:latin typeface="Consolas"/>
              </a:rPr>
              <a:t>## Tasks 1-8 · ## Testing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645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740"/>
                </a:solidFill>
                <a:latin typeface="Calibri"/>
              </a:rPr>
              <a:t>What's inside</a:t>
            </a:r>
          </a:p>
        </p:txBody>
      </p:sp>
      <p:sp>
        <p:nvSpPr>
          <p:cNvPr id="7" name="Oval 6"/>
          <p:cNvSpPr/>
          <p:nvPr/>
        </p:nvSpPr>
        <p:spPr>
          <a:xfrm>
            <a:off x="7040880" y="2148840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121408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Feature map with cuts named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2624328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596896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Asset sources + licenses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099816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3072384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One scene per concept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3575304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547872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Numbers, not adjectives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4050792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40233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8 tasks, run after each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4526280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498848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Tests a game can actually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“Balanced gun” is a wish. </a:t>
            </a:r>
            <a:r>
              <a:rPr sz="1250" b="1">
                <a:solidFill>
                  <a:srgbClr val="F97316"/>
                </a:solidFill>
                <a:latin typeface="Calibri"/>
              </a:rPr>
              <a:t>“25 dmg every 0.15 s” is a spec a test can check.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A Bot Is a Player With a Different 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84C7"/>
                </a:solidFill>
                <a:latin typeface="Calibri"/>
              </a:rPr>
              <a:t>base_character.gd (the shared body)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capsule body + the KayKit model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Health (HP, die once, broadcast)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animations: Idle / Run / Shoot / Death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66B"/>
                </a:solidFill>
                <a:latin typeface="Calibri"/>
              </a:rPr>
              <a:t>position sync to every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player.gd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2240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mouse &amp; WASD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camera rig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trigger finger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7566B"/>
                </a:solidFill>
                <a:latin typeface="Calibri"/>
              </a:rPr>
              <a:t>= the human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691640"/>
            <a:ext cx="2514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7451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97316"/>
                </a:solidFill>
                <a:latin typeface="Calibri"/>
              </a:rPr>
              <a:t>bot.gd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31720"/>
            <a:ext cx="2240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a 3-state brain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imperfect aim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+ no camera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47566B"/>
                </a:solidFill>
                <a:latin typeface="Calibri"/>
              </a:rPr>
              <a:t>= the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150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Share the body, swap the brain — </a:t>
            </a:r>
            <a:r>
              <a:rPr sz="1250" b="0">
                <a:solidFill>
                  <a:srgbClr val="47566B"/>
                </a:solidFill>
                <a:latin typeface="Calibri"/>
              </a:rPr>
              <a:t>one fix fixes everyone; bots and humans are equals to the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MULTIPLAYER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The Host Is the Referee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916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0F2740"/>
                </a:solidFill>
                <a:latin typeface="Arial Black"/>
              </a:rPr>
              <a:t>HOST (peer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317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7566B"/>
                </a:solidFill>
                <a:latin typeface="Calibri"/>
              </a:rPr>
              <a:t>owns the truth: damage, zone, deaths, the winner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31920"/>
            <a:ext cx="3291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284C7"/>
                </a:solidFill>
                <a:latin typeface="Calibri"/>
              </a:rPr>
              <a:t>CLIENT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sends input, asks to hit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931920"/>
            <a:ext cx="3291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284C7"/>
                </a:solidFill>
                <a:latin typeface="Calibri"/>
              </a:rPr>
              <a:t>CLIENT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480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sends input, asks to hit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31920"/>
            <a:ext cx="3291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284C7"/>
                </a:solidFill>
                <a:latin typeface="Calibri"/>
              </a:rPr>
              <a:t>BOTS (live on the host)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4805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think only where truth lives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154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Calibri"/>
              </a:rPr>
              <a:t>“I hit him!”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1546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284C7"/>
                </a:solidFill>
                <a:latin typeface="Calibri"/>
              </a:rPr>
              <a:t>← “He has 75 HP.”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Never trust the shooter. </a:t>
            </a:r>
            <a:r>
              <a:rPr sz="1250" b="0">
                <a:solidFill>
                  <a:srgbClr val="47566B"/>
                </a:solidFill>
                <a:latin typeface="Calibri"/>
              </a:rPr>
              <a:t>Clients ask; the host decides; everyone hears the same answer. That's anti-cheat 101.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STEP 3 · BREAK IT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Eight Tasks — Run the Game After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8105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Arena + a capsule that walks, sprints, jumps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70662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Shooting: camera ray, ammo, reload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3602736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 real model: GLB import + animations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34256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449884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334256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Bots: wander → chase → shoot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18105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645920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 zone: shrink steps + tick damage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42032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45936" y="2706624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542032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Multiplayer: host / join, spawn,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38144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45936" y="3602736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438144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Match flow: alive count, spectate, winner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34256"/>
            <a:ext cx="54864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449884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334256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Playtest, then export the .exe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5896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 game must boot after every task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a game that only runs on Friday is eight broken days.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BOT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Three States Are Plenty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453384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6148" y="219456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3270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WANDER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429000"/>
            <a:ext cx="3124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stroll to random points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inside the safe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6304" y="297180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1828800"/>
            <a:ext cx="3453384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9224" y="2971800"/>
            <a:ext cx="3270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CHASE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2376" y="3429000"/>
            <a:ext cx="3124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an enemy within 25 m?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sprint at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1168" y="297180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EA5E9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2648" y="1828800"/>
            <a:ext cx="3453384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75876" y="219456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971800"/>
            <a:ext cx="32705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F2740"/>
                </a:solidFill>
                <a:latin typeface="Calibri"/>
              </a:rPr>
              <a:t>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7240" y="3429000"/>
            <a:ext cx="3124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within 18 m + line of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sight? stop and fire —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45% accuracy, on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834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alibri"/>
              </a:rPr>
              <a:t>Imperfect aim is a design choice: </a:t>
            </a:r>
            <a:r>
              <a:rPr sz="1250" b="0">
                <a:solidFill>
                  <a:srgbClr val="47566B"/>
                </a:solidFill>
                <a:latin typeface="Calibri"/>
              </a:rPr>
              <a:t>perfect bots aren't hard, they're just unfun.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HOW GAMES GET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Three Layers of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Rule tests (headless)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063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Weapon: 30 shots, cooldown,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reload. Health: clamp at 0,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die once. Zone: 60→35→18→6.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Runs in CI, no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5" y="16002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17135" y="18288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2935" y="19019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Boot smoke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560320"/>
            <a:ext cx="3063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godot --headless --smoke: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the scene loads, 6 characters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spawn, 8 seconds, zero errors.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Catches the “won't even open”.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0" y="160020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0" y="182880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0" y="19019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740"/>
                </a:solidFill>
                <a:latin typeface="Calibri"/>
              </a:rPr>
              <a:t>The bot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0" y="2560320"/>
            <a:ext cx="3063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5 bots, no humans, full match.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Must end with exactly one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survivor.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66B"/>
                </a:solidFill>
                <a:latin typeface="Calibri"/>
              </a:rPr>
              <a:t>Ours: 1 survivor in 36 s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You can't unit-test “fun”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but everything below fun, you can.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Last Circle,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7498079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792223"/>
            <a:ext cx="7040880" cy="395935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0" y="17830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9952" y="17373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Real 3D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20391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KayKit Knight (you) and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Rogues (bots), animated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69748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6517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The HUD tells the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9535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zone timer, health bar,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crosshair, alive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361188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35661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740"/>
                </a:solidFill>
                <a:latin typeface="Calibri"/>
              </a:rPr>
              <a:t>Bots that hunt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8679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these two are mid-CHASE —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66B"/>
                </a:solidFill>
                <a:latin typeface="Calibri"/>
              </a:rPr>
              <a:t>they saw the 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Shot by the game itself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a --shot flag is automation, too.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84C7"/>
                </a:solidFill>
                <a:latin typeface="Arial"/>
              </a:rPr>
              <a:t>THE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0F2740"/>
                </a:solidFill>
                <a:latin typeface="Arial Black"/>
              </a:rPr>
              <a:t>The Kickoff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What you type to start the whole build: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solidFill>
                  <a:srgbClr val="FFFFFF"/>
                </a:solidFill>
              </a:rPr>
              <a:t>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40280"/>
            <a:ext cx="9235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47566B"/>
                </a:solidFill>
                <a:latin typeface="Calibri"/>
              </a:rPr>
              <a:t>“Build a battle-royale slice in Godot 4 called Last Circle. First write task-23.md: </a:t>
            </a:r>
            <a:r>
              <a:rPr sz="1350" b="1">
                <a:solidFill>
                  <a:srgbClr val="0284C7"/>
                </a:solidFill>
                <a:latin typeface="Calibri"/>
              </a:rPr>
              <a:t>a PUBG-vs-slice feature map with the cuts named</a:t>
            </a:r>
            <a:r>
              <a:rPr sz="1350" b="0">
                <a:solidFill>
                  <a:srgbClr val="47566B"/>
                </a:solidFill>
                <a:latin typeface="Calibri"/>
              </a:rPr>
              <a:t>, the asset plan (CC0 GLB characters from KayKit), one-scene-per-concept architecture, </a:t>
            </a:r>
            <a:r>
              <a:rPr sz="1350" b="1">
                <a:solidFill>
                  <a:srgbClr val="0284C7"/>
                </a:solidFill>
                <a:latin typeface="Calibri"/>
              </a:rPr>
              <a:t>host-as-referee multiplayer</a:t>
            </a:r>
            <a:r>
              <a:rPr sz="1350" b="0">
                <a:solidFill>
                  <a:srgbClr val="47566B"/>
                </a:solidFill>
                <a:latin typeface="Calibri"/>
              </a:rPr>
              <a:t>, and exact numbers for the rifle and the shrinking zone. Then build in 8 tasks — </a:t>
            </a:r>
            <a:r>
              <a:rPr sz="1350" b="1">
                <a:solidFill>
                  <a:srgbClr val="F97316"/>
                </a:solidFill>
                <a:latin typeface="Calibri"/>
              </a:rPr>
              <a:t>the game must boot after every task</a:t>
            </a:r>
            <a:r>
              <a:rPr sz="1350" b="0">
                <a:solidFill>
                  <a:srgbClr val="47566B"/>
                </a:solidFill>
                <a:latin typeface="Calibri"/>
              </a:rPr>
              <a:t>. Test headless: rule tests, a boot smoke, and a bot-only match that must end with one survivor.”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7566B"/>
                </a:solidFill>
                <a:latin typeface="Calibri"/>
              </a:rPr>
              <a:t>Then playtest every task — </a:t>
            </a:r>
            <a:r>
              <a:rPr sz="1250" b="1">
                <a:solidFill>
                  <a:srgbClr val="F97316"/>
                </a:solidFill>
                <a:latin typeface="Calibri"/>
              </a:rPr>
              <a:t>you are the test suite for fun.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FA3BC"/>
                </a:solidFill>
                <a:latin typeface="Calibri"/>
              </a:rPr>
              <a:t>Vibe Coding  ·  June 23,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75720" y="384048"/>
            <a:ext cx="118872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9456" y="38404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0" y="822960"/>
            <a:ext cx="4206240" cy="5303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0" b="0">
                <a:solidFill>
                  <a:srgbClr val="DCE6F0"/>
                </a:solidFill>
                <a:latin typeface="Arial Black"/>
              </a:rPr>
              <a:t>{ }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0F2740"/>
                </a:solidFill>
                <a:latin typeface="Arial Black"/>
              </a:rPr>
              <a:t>Let's drop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284C7"/>
                </a:solidFill>
                <a:latin typeface="Calibri"/>
              </a:rPr>
              <a:t>Plan it.  </a:t>
            </a:r>
            <a:r>
              <a:rPr sz="1700" b="1">
                <a:solidFill>
                  <a:srgbClr val="F97316"/>
                </a:solidFill>
                <a:latin typeface="Calibri"/>
              </a:rPr>
              <a:t>Test it.  </a:t>
            </a:r>
            <a:r>
              <a:rPr sz="1700" b="0">
                <a:solidFill>
                  <a:srgbClr val="47566B"/>
                </a:solidFill>
                <a:latin typeface="Calibri"/>
              </a:rPr>
              <a:t>Ship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FA3BC"/>
                </a:solidFill>
                <a:latin typeface="Calibri"/>
              </a:rPr>
              <a:t>Vibe Coding  ·  Day 8  ·  June 23,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