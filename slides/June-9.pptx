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4"/>
    <p:sldId id="269" r:id="rId15"/>
    <p:sldId id="270" r:id="rId16"/>
    <p:sldId id="271" r:id="rId17"/>
    <p:sldId id="272" r:id="rId18"/>
    <p:sldId id="273" r:id="rId19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0.xml"/><Relationship Id="rId6" Type="http://schemas.openxmlformats.org/officeDocument/2006/relationships/slide" Target="slides/slide11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29768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{ }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02920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1216152" y="1874520"/>
            <a:ext cx="164592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INSTITUTE  ·  MODULE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&amp; Rules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Cursor's AI </a:t>
            </a:r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tricks.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498348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983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—  June 9,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Sure These Are Installed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011680"/>
            <a:ext cx="263347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1440180" y="237744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586" y="2650846"/>
            <a:ext cx="504749" cy="504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code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475488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cursor.com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02152" y="20116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11296" y="2011680"/>
            <a:ext cx="263347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4302252" y="2377440"/>
            <a:ext cx="1051560" cy="10515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658" y="2650846"/>
            <a:ext cx="504749" cy="5047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02152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685032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versions,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3730752" y="475488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30752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64224" y="20116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73368" y="2011680"/>
            <a:ext cx="263347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Shape 20"/>
          <p:cNvSpPr/>
          <p:nvPr/>
        </p:nvSpPr>
        <p:spPr>
          <a:xfrm>
            <a:off x="7164324" y="237744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0" y="2650846"/>
            <a:ext cx="504749" cy="50474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64224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 (LTS)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547104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web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6592824" y="475488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592824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nodejs.org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226296" y="20116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235440" y="2011680"/>
            <a:ext cx="263347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Shape 27"/>
          <p:cNvSpPr/>
          <p:nvPr/>
        </p:nvSpPr>
        <p:spPr>
          <a:xfrm>
            <a:off x="10026396" y="2377440"/>
            <a:ext cx="1051560" cy="10515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802" y="2650846"/>
            <a:ext cx="504749" cy="50474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26296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Miniconda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9409176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9454896" y="475488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454896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repo.anaconda.com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set up on Day 1?  </a:t>
            </a:r>
            <a:pPr algn="ctr" indent="0" marL="0">
              <a:buNone/>
            </a:pP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Cursor. If not, install now — see the June-8 setup slides.</a:t>
            </a:r>
            <a:endParaRPr lang="en-US" sz="1450" dirty="0"/>
          </a:p>
        </p:txBody>
      </p:sp>
      <p:sp>
        <p:nvSpPr>
          <p:cNvPr id="39" name="Text 3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Plan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3317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5694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Rules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35661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Cursor rules are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rules work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rules &amp; globs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rules &amp; AGENTS.md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19659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33172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56946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Skills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720840" y="35661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skills are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Cursor finds them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SKILL.md file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scripts &amp; extras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GitHub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RULES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Cursor Rules?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give the Agent steady instructions — your style, prompts, and workflow in one place.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468880"/>
            <a:ext cx="350215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1874520" y="288036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926" y="3153766"/>
            <a:ext cx="504749" cy="5047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041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Rules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4553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.cursor/rules,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git.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62272" y="24688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71416" y="2468880"/>
            <a:ext cx="350215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696712" y="2880360"/>
            <a:ext cx="1051560" cy="10515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118" y="3153766"/>
            <a:ext cx="504749" cy="5047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62272" y="4041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Rules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645152" y="4553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 your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84464" y="24688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93608" y="2468880"/>
            <a:ext cx="350215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Shape 17"/>
          <p:cNvSpPr/>
          <p:nvPr/>
        </p:nvSpPr>
        <p:spPr>
          <a:xfrm>
            <a:off x="9518904" y="288036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310" y="3153766"/>
            <a:ext cx="504749" cy="5047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84464" y="4041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AGENTS.md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467344" y="4553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markdown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RULES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Rule Rides Along Every Time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25603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7980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 You ask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a button”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93008" y="3182112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409" y="3329513"/>
            <a:ext cx="272125" cy="2721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69080" y="2011680"/>
            <a:ext cx="4206240" cy="2971800"/>
          </a:xfrm>
          <a:prstGeom prst="roundRect">
            <a:avLst>
              <a:gd name="adj" fmla="val 2462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160520" y="2148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 Cursor puts your Rule first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434840" y="274320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2E6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44568" y="2816352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75" y="2920959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27432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use simple words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43484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434840" y="3547872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17720" y="3547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160520" y="4224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every time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385048" y="3182112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49" y="3329513"/>
            <a:ext cx="272125" cy="27212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961120" y="22860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784080" y="2542032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2779776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61120" y="3566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 AI follows it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96112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in your style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1371600" y="5285232"/>
            <a:ext cx="9418320" cy="548640"/>
          </a:xfrm>
          <a:prstGeom prst="roundRect">
            <a:avLst>
              <a:gd name="adj" fmla="val 13333"/>
            </a:avLst>
          </a:prstGeom>
          <a:solidFill>
            <a:srgbClr val="E6F2FB"/>
          </a:solidFill>
          <a:ln/>
        </p:spPr>
      </p:sp>
      <p:sp>
        <p:nvSpPr>
          <p:cNvPr id="31" name="Text 24"/>
          <p:cNvSpPr/>
          <p:nvPr/>
        </p:nvSpPr>
        <p:spPr>
          <a:xfrm>
            <a:off x="1371600" y="528523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algn="ctr"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load every time;  Skills load only when needed.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REPO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Rules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9456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.cursor/rules/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react-patterns.mdc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api-guidelines.md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frontend/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components.md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project rules to: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251460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39128" y="2679192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8490" y="2788554"/>
            <a:ext cx="201900" cy="201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2606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 your codebase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15200" y="29260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knowledge about the project.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37960" y="3410712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39128" y="3575304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490" y="3684666"/>
            <a:ext cx="201900" cy="201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3502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 workflows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315200" y="38221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project steps and templates.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37960" y="4306824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739128" y="4471416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90" y="4580778"/>
            <a:ext cx="201900" cy="201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15200" y="43982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Keep style consistent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315200" y="47183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for everyone.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live in </a:t>
            </a:r>
            <a:pPr algn="ctr" indent="0" marL="0">
              <a:buNone/>
            </a:pPr>
            <a:r>
              <a:rPr lang="en-US" sz="14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.cursor/rules</a:t>
            </a:r>
            <a:pPr algn="ctr" indent="0" marL="0">
              <a:buNone/>
            </a:pP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markdown files.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RULE APPLIES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 File &amp; Globs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212080" cy="2697480"/>
          </a:xfrm>
          <a:prstGeom prst="roundRect">
            <a:avLst>
              <a:gd name="adj" fmla="val 203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9456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Frontend rules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globs: ["src/**/*.tsx"]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alwaysApply: false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hooks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Prefer composition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globs = which files trigger the rule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 examples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54496" y="246888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 files here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035808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3127248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**/*.ts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 files anywhere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694176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3785616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37856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src/**/*.{ts,tsx}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36941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 &amp; .tsx under src/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4572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modes:  </a:t>
            </a:r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 ·  Intelligently  ·  Specific files  ·  Manually (@mention)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· EXAMPLE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Simple Rule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.cursor/rules/blog-style.mdc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6126480" cy="3611880"/>
          </a:xfrm>
          <a:prstGeom prst="roundRect">
            <a:avLst>
              <a:gd name="adj" fmla="val 1519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77440"/>
            <a:ext cx="5669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How we write code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globs: ["**/*.js", "**/*.html"]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alwaysApply: false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Blog Code Style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Clear names (postTitle)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 comment above each function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Ask before deleting a 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0" y="269748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42048" y="28803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99923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0" y="2807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Triggers on those files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863840" y="31455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.js or .html edit turns it 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40880" y="36576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42048" y="38404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9593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0" y="3767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Adds the rules for you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863840" y="4105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pins them to the chat.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040880" y="46177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42048" y="480060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91947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63840" y="4727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time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863840" y="50657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AI writes code your way.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&amp; SIMPLE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Rules &amp; AGENTS.md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3317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5694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Rules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05840" y="33832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preferences in Settings → Rules.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across all your projects.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your style &amp; conventions.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0120" y="489204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E6F2FB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892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“Reply in a concise style.”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AGENTS.md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0" y="2395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markdown file in the project root.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0" y="2788920"/>
            <a:ext cx="5394960" cy="2788920"/>
          </a:xfrm>
          <a:prstGeom prst="roundRect">
            <a:avLst>
              <a:gd name="adj" fmla="val 1967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2971800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 Instructions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Code Style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TypeScript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Functional React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snake_case columns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SKILLS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Skill?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5960" y="2377440"/>
            <a:ext cx="1371600" cy="13716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273405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86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saved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“how-to” for the AI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983480" y="20116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02936" y="21945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21214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Scripts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52160" y="24414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agent can run for you.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983480" y="29260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02936" y="31089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2278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52160" y="30358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852160" y="33558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files to start from.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983480" y="38404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02936" y="40233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4142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52160" y="39502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852160" y="42702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the agent reads when needed.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983480" y="498348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packages all of this so the AI can </a:t>
            </a:r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 specific job well.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SKILLS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Picks the Right Skill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25603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7980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 You give a task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“Deploy my app”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93008" y="3182112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409" y="3329513"/>
            <a:ext cx="272125" cy="2721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69080" y="2011680"/>
            <a:ext cx="4206240" cy="2971800"/>
          </a:xfrm>
          <a:prstGeom prst="roundRect">
            <a:avLst>
              <a:gd name="adj" fmla="val 2462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20624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 It picks the skill that fits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70832" y="2761488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E6FAF0"/>
          </a:solidFill>
          <a:ln w="19050">
            <a:solidFill>
              <a:srgbClr val="22A0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53712" y="2935224"/>
            <a:ext cx="182880" cy="18288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17" name="Text 13"/>
          <p:cNvSpPr/>
          <p:nvPr/>
        </p:nvSpPr>
        <p:spPr>
          <a:xfrm>
            <a:off x="4901184" y="27614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7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deploy-app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507224" y="2843784"/>
            <a:ext cx="365760" cy="365760"/>
          </a:xfrm>
          <a:prstGeom prst="ellipse">
            <a:avLst/>
          </a:prstGeom>
          <a:solidFill>
            <a:srgbClr val="22A06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322" y="2938882"/>
            <a:ext cx="175565" cy="17556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370832" y="3429000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53712" y="3602736"/>
            <a:ext cx="182880" cy="182880"/>
          </a:xfrm>
          <a:prstGeom prst="ellipse">
            <a:avLst/>
          </a:prstGeom>
          <a:solidFill>
            <a:srgbClr val="B9C4D2"/>
          </a:solidFill>
          <a:ln/>
        </p:spPr>
      </p:sp>
      <p:sp>
        <p:nvSpPr>
          <p:cNvPr id="22" name="Text 17"/>
          <p:cNvSpPr/>
          <p:nvPr/>
        </p:nvSpPr>
        <p:spPr>
          <a:xfrm>
            <a:off x="4901184" y="3429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make-chart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370832" y="4096512"/>
            <a:ext cx="3611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53712" y="4270248"/>
            <a:ext cx="182880" cy="182880"/>
          </a:xfrm>
          <a:prstGeom prst="ellipse">
            <a:avLst/>
          </a:prstGeom>
          <a:solidFill>
            <a:srgbClr val="B9C4D2"/>
          </a:solidFill>
          <a:ln/>
        </p:spPr>
      </p:sp>
      <p:sp>
        <p:nvSpPr>
          <p:cNvPr id="25" name="Text 20"/>
          <p:cNvSpPr/>
          <p:nvPr/>
        </p:nvSpPr>
        <p:spPr>
          <a:xfrm>
            <a:off x="4901184" y="40965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write-tests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385048" y="3182112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49" y="3329513"/>
            <a:ext cx="272125" cy="27212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961120" y="22860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784080" y="2542032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2779776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61120" y="3547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 Opens SKILL.md,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follows the steps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8961120" y="422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 2, 3  +  run a script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1828800" y="5285232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FF2E6"/>
          </a:solidFill>
          <a:ln/>
        </p:spPr>
      </p:sp>
      <p:sp>
        <p:nvSpPr>
          <p:cNvPr id="34" name="Text 27"/>
          <p:cNvSpPr/>
          <p:nvPr/>
        </p:nvSpPr>
        <p:spPr>
          <a:xfrm>
            <a:off x="1828800" y="52852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 </a:t>
            </a:r>
            <a:pPr algn="ctr"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opens only the skill it needs — that saves space.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Skills Live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130552"/>
            <a:ext cx="91440" cy="7223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304288"/>
            <a:ext cx="3291840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04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.cursor/skills/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167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this repo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182112"/>
            <a:ext cx="91440" cy="7223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3355848"/>
            <a:ext cx="3291840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355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.agents/skills/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5661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standard folder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" y="4233672"/>
            <a:ext cx="91440" cy="7223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407408"/>
            <a:ext cx="3291840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407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~/.cursor/skills/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270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6177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you open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is a folder inside one of these.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LAYOUT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Inside a Skill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1463040" cy="14630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2849270"/>
            <a:ext cx="702259" cy="702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folder with 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SKILL.md inside.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931920" y="2011680"/>
            <a:ext cx="7863840" cy="3611880"/>
          </a:xfrm>
          <a:prstGeom prst="roundRect">
            <a:avLst>
              <a:gd name="adj" fmla="val 1519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87952" y="2194560"/>
            <a:ext cx="7406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skills/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my-skill/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SKILL.md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deploy-app/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SKILL.md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scripts/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deploy.sh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931920" y="5715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</a:t>
            </a:r>
            <a:pPr algn="ct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</a:t>
            </a:r>
            <a:pPr algn="ctr"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folder for code the agent can run.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FILE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SKILL.md File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943600" cy="3611880"/>
          </a:xfrm>
          <a:prstGeom prst="roundRect">
            <a:avLst>
              <a:gd name="adj" fmla="val 1519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94560"/>
            <a:ext cx="5486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my-skill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what it does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when to use it.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Skill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Step-by-step instructions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agent to follow.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0" y="251460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59168" y="2715768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83464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0" y="2633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a “When to use” part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80960" y="2971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AI knows the right moment.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3547872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59168" y="37490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86791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80960" y="3666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clear steps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680960" y="40050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in order, easy to follow.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858000" y="4581144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59168" y="478231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90118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80960" y="4700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if unsure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680960" y="50383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ask you to clarify.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· EXAMPLE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Simple Skill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.cursor/skills/new-post/SKILL.md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6126480" cy="3611880"/>
          </a:xfrm>
          <a:prstGeom prst="roundRect">
            <a:avLst>
              <a:gd name="adj" fmla="val 1519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77440"/>
            <a:ext cx="5669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new-post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Make a blog post.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 when I say "add a post".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Blog Post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Ask me for the title.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Make posts/&lt;title&gt;.md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Add title, date, text.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Link it on the home page.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0" y="269748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42048" y="28803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99923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0" y="2807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Waits until needed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863840" y="31455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 until you say “add a post.”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40880" y="36576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42048" y="38404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9593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0" y="3767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Then runs the steps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863840" y="4105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opens it and follows them.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040880" y="46177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42048" y="480060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91947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63840" y="4727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Saves space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863840" y="50657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only when it is used.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Frontmatter Fields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94560"/>
            <a:ext cx="658368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94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FF2E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94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" y="2615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skill's id (lowercase, numbers, hyphens).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194560"/>
            <a:ext cx="1522476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194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195560" y="219456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FF2E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194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64808" y="2615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and when to use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218688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401568"/>
            <a:ext cx="1028700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4015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3401568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4015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6968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name or file.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218688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3401568"/>
            <a:ext cx="1769364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34015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compatibility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195560" y="3401568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34015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64808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skill needs to run.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425696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8680" y="4608576"/>
            <a:ext cx="1152144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6085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17720" y="460857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608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6968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info as key–value pairs.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4425696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4608576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46085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195560" y="460857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95560" y="4608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64808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run when you ask for it.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FOLDERS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Scripts &amp; Extras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42316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6609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474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62272" y="20116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242316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266090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33872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82312" y="3474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docs, loaded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needed.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84464" y="20116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04504" y="242316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66090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56064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04504" y="3474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images,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data files.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40080" y="48006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6F2FB"/>
          </a:solidFill>
          <a:ln/>
        </p:spPr>
      </p:sp>
      <p:sp>
        <p:nvSpPr>
          <p:cNvPr id="22" name="Shape 17"/>
          <p:cNvSpPr/>
          <p:nvPr/>
        </p:nvSpPr>
        <p:spPr>
          <a:xfrm>
            <a:off x="960120" y="50292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51480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8006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Manual-only mode:  </a:t>
            </a:r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</a:t>
            </a:r>
            <a:pPr indent="0" marL="0">
              <a:buNone/>
            </a:pPr>
            <a:r>
              <a:rPr lang="en-US" sz="14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disable-model-invocation: true</a:t>
            </a:r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make a skill run only when you pick it.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&amp; REUSE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Skills from GitHub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1554480" cy="1554480"/>
          </a:xfrm>
          <a:prstGeom prst="ellipse">
            <a:avLst/>
          </a:prstGeom>
          <a:solidFill>
            <a:srgbClr val="0F27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565" y="2873045"/>
            <a:ext cx="746150" cy="746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60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a skill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a repo.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7772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4528" y="2221992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4224528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28032" y="205740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Cursor Settings → Rules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23360" y="2953512"/>
            <a:ext cx="7772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24528" y="3118104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4224528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28032" y="295351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Project Rules, click Add Rule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023360" y="3849624"/>
            <a:ext cx="7772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24528" y="4014216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4224528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28032" y="384962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Remote Rule (GitHub)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23360" y="4745736"/>
            <a:ext cx="7772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24528" y="4910328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4224528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28032" y="474573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repository URL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023360" y="5760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sharing skills across your team.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 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vs Skills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492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011680"/>
            <a:ext cx="533095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37744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61518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57400" y="23957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075688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.cursor/rules/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51560" y="34747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loaded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guidelines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globs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55080" y="2011680"/>
            <a:ext cx="53492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2011680"/>
            <a:ext cx="533095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6720840" y="237744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2615184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72400" y="23957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7790688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.cursor/skills/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66560" y="34747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on-demand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+ scripts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40080" y="534924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E6F2FB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</a:t>
            </a:r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style &amp; project conventions.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55080" y="5349240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FFF2E6"/>
          </a:solidFill>
          <a:ln/>
        </p:spPr>
      </p:sp>
      <p:sp>
        <p:nvSpPr>
          <p:cNvPr id="23" name="Text 19"/>
          <p:cNvSpPr/>
          <p:nvPr/>
        </p:nvSpPr>
        <p:spPr>
          <a:xfrm>
            <a:off x="653796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</a:t>
            </a:r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Big, multi-step jobs that need scripts.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SMART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51185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Keep them focused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under ~500 lines. Split big ones up.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62272" y="201168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2286000"/>
            <a:ext cx="868680" cy="8686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449" y="251185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42432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simple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736592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rule only when the AI repeats a mistake.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84464" y="201168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58784" y="228600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641" y="251185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64624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Git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558784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rules in so the whole team benefits.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3794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4400" y="4069080"/>
            <a:ext cx="868680" cy="8686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7" y="429493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2024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 files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14400" y="4818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files instead of copying them in.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462272" y="3794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36592" y="406908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449" y="4294937"/>
            <a:ext cx="416966" cy="41696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742432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specific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4736592" y="4818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examples beat vague advice.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284464" y="3794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558784" y="4069080"/>
            <a:ext cx="868680" cy="8686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4641" y="4294937"/>
            <a:ext cx="416966" cy="41696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564624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Avoid bloat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8558784" y="4818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copy whole style guides — use a linter.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9,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0292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&lt;/&gt;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097280" cy="10972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47985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3429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make your own.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for a task you repeat.  </a:t>
            </a:r>
            <a:pPr indent="0" marL="0">
              <a:buNone/>
            </a:pPr>
            <a:r>
              <a:rPr lang="en-US" sz="21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for your style.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58368" y="5577840"/>
            <a:ext cx="365760" cy="1280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5"/>
          <p:cNvSpPr/>
          <p:nvPr/>
        </p:nvSpPr>
        <p:spPr>
          <a:xfrm>
            <a:off x="1078992" y="5577840"/>
            <a:ext cx="146304" cy="1280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Day 2  ·  June 9,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&amp; Rules — Cursor</dc:title>
  <dc:subject>PptxGenJS Presentation</dc:subject>
  <dc:creator>Daze Lu</dc:creator>
  <cp:lastModifiedBy>Daze Lu</cp:lastModifiedBy>
  <cp:revision>1</cp:revision>
  <dcterms:created xsi:type="dcterms:W3CDTF">2026-06-09T08:40:01Z</dcterms:created>
  <dcterms:modified xsi:type="dcterms:W3CDTF">2026-06-09T08:40:01Z</dcterms:modified>
</cp:coreProperties>
</file>