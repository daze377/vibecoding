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89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4114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2920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16152" y="1874520"/>
            <a:ext cx="164592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INSTITUTE  ·  MODULE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the computer. </a:t>
            </a: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the code.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498348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—  June 8,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14884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vibe coding?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11112" y="21488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1111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19659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it do?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04495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322783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0449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of this class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55080" y="304495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11112" y="322783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11112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30449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LLM to Agent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" y="430682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412394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today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55080" y="41239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11112" y="430682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11112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0" y="412394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tools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40080" y="520293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6112" y="538581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6112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600200" y="520293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tool: Cursor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355080" y="520293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11112" y="5385816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11112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315200" y="520293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build a blog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Vibe Coding?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3774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6151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3273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say it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51560" y="37673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what you want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154680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62272" y="20116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73752" y="237744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6151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71032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73752" y="3273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builds it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4873752" y="37673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you.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3154680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84464" y="20116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695944" y="23774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261518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93224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695944" y="32735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check it</a:t>
            </a:r>
            <a:endParaRPr lang="en-US" sz="2100" dirty="0"/>
          </a:p>
        </p:txBody>
      </p:sp>
      <p:sp>
        <p:nvSpPr>
          <p:cNvPr id="25" name="Text 18"/>
          <p:cNvSpPr/>
          <p:nvPr/>
        </p:nvSpPr>
        <p:spPr>
          <a:xfrm>
            <a:off x="8695944" y="37673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read, test,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 it.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40080" y="50749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E6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40080" y="50749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r>
              <a:rPr lang="en-US" sz="19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lead. The AI types.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It Do?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2011680"/>
            <a:ext cx="3502152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05940" y="2560320"/>
            <a:ext cx="1188720" cy="11887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007" y="2869387"/>
            <a:ext cx="570586" cy="5705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Work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charts,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documents.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62272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71416" y="2011680"/>
            <a:ext cx="3502152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8132" y="2560320"/>
            <a:ext cx="1188720" cy="11887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99" y="2869387"/>
            <a:ext cx="570586" cy="5705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62272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736592" y="4434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papers, get ideas,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and write.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284464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93608" y="2011680"/>
            <a:ext cx="3502152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450324" y="2560320"/>
            <a:ext cx="1188720" cy="11887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391" y="2869387"/>
            <a:ext cx="570586" cy="57058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Apps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558784" y="4434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games,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desktop.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Goal of This Class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E6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3080" y="2331720"/>
            <a:ext cx="1371600" cy="13716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268833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49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end,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can: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617720" y="20116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73752" y="2194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11680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an idea to AI clearly.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17720" y="297180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73752" y="315468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2735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2971800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small app that works.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617720" y="393192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73752" y="411480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2336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931920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share your project.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real things </a:t>
            </a:r>
            <a:r>
              <a:rPr lang="en-US" sz="18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 before you're an expert.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4-WEEK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Schedule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48890" cy="416052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1783080"/>
            <a:ext cx="2530602" cy="10972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48765" y="214884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48765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8 – 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611880"/>
            <a:ext cx="23294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AI Tools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4325112"/>
            <a:ext cx="21648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rules, skills, MCP &amp; subagents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software we need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website &amp; put it online (Cloudflare)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7570" y="1783080"/>
            <a:ext cx="2548890" cy="416052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6714" y="1783080"/>
            <a:ext cx="2530602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6255" y="21488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6255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17570" y="299008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7570" y="326440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 – 18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7298" y="3611880"/>
            <a:ext cx="23294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 Everyday Work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5314" y="4325112"/>
            <a:ext cx="21648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daily tasks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study &amp; chart data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save web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5060" y="1783080"/>
            <a:ext cx="2548890" cy="416052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04204" y="1783080"/>
            <a:ext cx="2530602" cy="10972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03745" y="214884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03745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95060" y="299008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5060" y="326440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22 – 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4788" y="3611880"/>
            <a:ext cx="23294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Apps &amp; Games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32804" y="4325112"/>
            <a:ext cx="21648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Windows app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game with Godot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72550" y="1783080"/>
            <a:ext cx="2548890" cy="416052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81694" y="1783080"/>
            <a:ext cx="2530602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881235" y="214884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81235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972550" y="299008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72550" y="3264408"/>
            <a:ext cx="2548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 – Jul 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82278" y="3611880"/>
            <a:ext cx="23294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Own Project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10294" y="4325112"/>
            <a:ext cx="216484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build your own idea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to the class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GREW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LLM to Agent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983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51460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7523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51560" y="35204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 →  text out.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what it already learned. It answers, but it cannot act on its own.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79008" y="3291840"/>
            <a:ext cx="603504" cy="60350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429000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2103120"/>
            <a:ext cx="49834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949440" y="251460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7523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949440" y="35204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search, look, and use tools.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many steps on its own to finish a job.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an LLM that can </a:t>
            </a: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Models Today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2015338" cy="3703320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1810512"/>
            <a:ext cx="1997050" cy="10972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1989" y="210312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29331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926080"/>
            <a:ext cx="2015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3273552"/>
            <a:ext cx="2015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51560" y="3639312"/>
            <a:ext cx="1192378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9808" y="3822192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" y="4297680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Instant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9808" y="4773168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GPT-5.3-Codex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856586" y="1810512"/>
            <a:ext cx="2015338" cy="3703320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865730" y="1810512"/>
            <a:ext cx="1997050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98494" y="210312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90" y="2293315"/>
            <a:ext cx="351130" cy="35113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56586" y="2926080"/>
            <a:ext cx="2015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2856586" y="3273552"/>
            <a:ext cx="2015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68066" y="3639312"/>
            <a:ext cx="1192378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966314" y="3822192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4.8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966314" y="4297680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2966314" y="4773168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073091" y="1810512"/>
            <a:ext cx="2015338" cy="3703320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082235" y="1810512"/>
            <a:ext cx="1997050" cy="10972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95" y="2293315"/>
            <a:ext cx="351130" cy="35113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73091" y="2926080"/>
            <a:ext cx="2015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5073091" y="3273552"/>
            <a:ext cx="2015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84571" y="3639312"/>
            <a:ext cx="1192378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182819" y="3822192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MAI-Thinking-1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182819" y="4297680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MAI-Code-1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5182819" y="4773168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MAI-Image-2.5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7289597" y="1810512"/>
            <a:ext cx="2015338" cy="3703320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7298741" y="1810512"/>
            <a:ext cx="1997050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7931506" y="210312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01" y="2293315"/>
            <a:ext cx="351130" cy="35113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89597" y="2926080"/>
            <a:ext cx="2015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Alibaba</a:t>
            </a:r>
            <a:endParaRPr lang="en-US" sz="1700" dirty="0"/>
          </a:p>
        </p:txBody>
      </p:sp>
      <p:sp>
        <p:nvSpPr>
          <p:cNvPr id="41" name="Text 35"/>
          <p:cNvSpPr/>
          <p:nvPr/>
        </p:nvSpPr>
        <p:spPr>
          <a:xfrm>
            <a:off x="7289597" y="3273552"/>
            <a:ext cx="2015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7701077" y="3639312"/>
            <a:ext cx="1192378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7399325" y="3822192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Qwen3.7-Max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7399325" y="4297680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Qwen3.7-Plus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7399325" y="4773168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9506102" y="1810512"/>
            <a:ext cx="2015338" cy="3703320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9515246" y="1810512"/>
            <a:ext cx="1997050" cy="10972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10148011" y="210312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06" y="2293315"/>
            <a:ext cx="351130" cy="35113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506102" y="2926080"/>
            <a:ext cx="2015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Zhipu</a:t>
            </a:r>
            <a:endParaRPr lang="en-US" sz="1700" dirty="0"/>
          </a:p>
        </p:txBody>
      </p:sp>
      <p:sp>
        <p:nvSpPr>
          <p:cNvPr id="51" name="Text 44"/>
          <p:cNvSpPr/>
          <p:nvPr/>
        </p:nvSpPr>
        <p:spPr>
          <a:xfrm>
            <a:off x="9506102" y="3273552"/>
            <a:ext cx="2015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9917582" y="3639312"/>
            <a:ext cx="1192378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9615830" y="4059936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GLM-5.1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9615830" y="4535424"/>
            <a:ext cx="1795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</a:t>
            </a:r>
            <a:endParaRPr lang="en-US" sz="1250" dirty="0"/>
          </a:p>
        </p:txBody>
      </p:sp>
      <p:sp>
        <p:nvSpPr>
          <p:cNvPr id="55" name="Text 4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models arrive fast — these are some big names in 2026.</a:t>
            </a:r>
            <a:endParaRPr lang="en-US" sz="1500" dirty="0"/>
          </a:p>
        </p:txBody>
      </p:sp>
      <p:sp>
        <p:nvSpPr>
          <p:cNvPr id="56" name="Text 4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TYPE INTO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Tools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56032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58" y="282183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the terminal.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02152" y="21031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25112" y="256032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630" y="282183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685032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code editor.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64224" y="21031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87184" y="256032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702" y="282183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Codex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547104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coder.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226296" y="210312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049256" y="256032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0774" y="2821838"/>
            <a:ext cx="482803" cy="482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Code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9409176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</a:t>
            </a: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tools.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CLASS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Tool: </a:t>
            </a:r>
            <a:r>
              <a:rPr lang="en-US" sz="3200" b="1" dirty="0" err="1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200" b="1" dirty="0" err="1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code+codex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6609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 accounts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05840" y="36118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Cursor in class.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students share 1 login.</a:t>
            </a:r>
          </a:p>
        </p:txBody>
      </p:sp>
      <p:sp>
        <p:nvSpPr>
          <p:cNvPr id="11" name="Shape 8"/>
          <p:cNvSpPr/>
          <p:nvPr/>
        </p:nvSpPr>
        <p:spPr>
          <a:xfrm>
            <a:off x="6309360" y="205740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E6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75120" y="237744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5328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logins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675120" y="3703823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949440" y="3703823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dazelu20@gmail.com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675120" y="4435343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949440" y="4435343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daze.lu23@gmail.com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which login to use.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Git?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E6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3080" y="2377440"/>
            <a:ext cx="1371600" cy="13716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273405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86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time machine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your code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617720" y="20116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37176" y="2194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2140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Saves every version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0" y="2450592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“commit” is a snapshot you can keep.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17720" y="29260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837176" y="31089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227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303580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back anytime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0" y="3364992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broke? Return to a good one.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17720" y="38404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37176" y="4023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142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95020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ideas safely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0" y="4279392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branch, then merge if it works.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617720" y="47548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837176" y="49377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505663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486460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 online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86400" y="5193792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so others &amp; AI can see it.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17720" y="576072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 </a:t>
            </a: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early, commit often.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Git: Common Commands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202082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0208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tracking a folder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284378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28437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6384" y="366674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6667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5204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6384" y="448970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4489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4343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your changes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663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6384" y="531266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5312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51663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version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87452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64224" y="202082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73952" y="20208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187452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269748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4224" y="284378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73952" y="28437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0" y="26974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latest changes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35204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64224" y="366674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36667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69680" y="35204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history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434340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64224" y="448970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73952" y="4489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69680" y="4343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new line of work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51663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64224" y="531266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73952" y="5312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new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69680" y="51663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switch branch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5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clear message — what you changed and why.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LOCAL TO REMOTE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Your Project to GitHub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183794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184708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8760" y="1847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7556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Git in your project folder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38201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6384" y="2464308"/>
            <a:ext cx="384048" cy="384048"/>
          </a:xfrm>
          <a:prstGeom prst="ellipse">
            <a:avLst/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24643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2473452"/>
            <a:ext cx="9921240" cy="365760"/>
          </a:xfrm>
          <a:prstGeom prst="roundRect">
            <a:avLst>
              <a:gd name="adj" fmla="val 12500"/>
            </a:avLst>
          </a:prstGeom>
          <a:solidFill>
            <a:srgbClr val="FFF2E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24734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GitHub: make an empty repo, copy its link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00837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6384" y="309067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3099816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08760" y="3099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30083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folder to GitHub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3474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6384" y="3717036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37261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08760" y="37261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36347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your changes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426110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86384" y="434340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4352544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08760" y="4352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0" y="42611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version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88746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86384" y="4969764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6384" y="4969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371600" y="4978908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508760" y="49789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52160" y="48874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it to GitHub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6509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that, every change is just:  </a:t>
            </a: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→ add → commit → push.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 ·  Chapter 9 (Web Development)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BLOG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Your Tools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2011680"/>
            <a:ext cx="3502152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05940" y="2514600"/>
            <a:ext cx="1188720" cy="11887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007" y="2823667"/>
            <a:ext cx="570586" cy="5705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14400" y="4343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versions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Git Bash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97280" y="4892040"/>
            <a:ext cx="260604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9728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62272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71416" y="2011680"/>
            <a:ext cx="3502152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28132" y="2514600"/>
            <a:ext cx="1188720" cy="11887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99" y="2823667"/>
            <a:ext cx="570586" cy="5705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62272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 (LTS)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36592" y="4343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code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919472" y="4892040"/>
            <a:ext cx="260604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19472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nodejs.org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284464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93608" y="2011680"/>
            <a:ext cx="3502152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9450324" y="2514600"/>
            <a:ext cx="1188720" cy="11887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391" y="2823667"/>
            <a:ext cx="570586" cy="57058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84464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 / Cursor</a:t>
            </a:r>
            <a:endParaRPr lang="en-US" sz="2100" dirty="0"/>
          </a:p>
        </p:txBody>
      </p:sp>
      <p:sp>
        <p:nvSpPr>
          <p:cNvPr id="27" name="Text 22"/>
          <p:cNvSpPr/>
          <p:nvPr/>
        </p:nvSpPr>
        <p:spPr>
          <a:xfrm>
            <a:off x="8558784" y="4343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741664" y="4892040"/>
            <a:ext cx="2606040" cy="365760"/>
          </a:xfrm>
          <a:prstGeom prst="roundRect">
            <a:avLst>
              <a:gd name="adj" fmla="val 12500"/>
            </a:avLst>
          </a:prstGeom>
          <a:solidFill>
            <a:srgbClr val="EE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741664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" y="5504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Windows.  </a:t>
            </a:r>
            <a:r>
              <a:rPr lang="en-US" sz="15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install Node.js by unzipping it and adding the folder to PATH.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 ·  Chapter 7 (Environment Setup)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Git (Windows)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8988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 from git-scm.com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bookimg/use_git_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26418"/>
            <a:ext cx="2889504" cy="15493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4340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198424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2628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9320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all parts, click Next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4456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bookimg/use_git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174367"/>
            <a:ext cx="2889504" cy="185343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4672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29600" y="198424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79652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 git --version  to check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824788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bookimg/use_git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400088"/>
            <a:ext cx="2889504" cy="140199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 ·  Chapter 7 (Environment Setup)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Node.js (Windows)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48890" cy="3950208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89888" y="1929384"/>
            <a:ext cx="1634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 the LTS .zip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651760"/>
            <a:ext cx="2146554" cy="2898648"/>
          </a:xfrm>
          <a:prstGeom prst="roundRect">
            <a:avLst>
              <a:gd name="adj" fmla="val 2130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bookimg/use_node_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99837"/>
            <a:ext cx="1963674" cy="12024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17570" y="1783080"/>
            <a:ext cx="2548890" cy="3950208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00450" y="198424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0045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167378" y="1929384"/>
            <a:ext cx="1634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Unzip to a folder (D:\nodejs)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18738" y="2651760"/>
            <a:ext cx="2146554" cy="2898648"/>
          </a:xfrm>
          <a:prstGeom prst="roundRect">
            <a:avLst>
              <a:gd name="adj" fmla="val 2130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bookimg/use_node_ex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178" y="3356139"/>
            <a:ext cx="1963674" cy="148988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95060" y="1783080"/>
            <a:ext cx="2548890" cy="3950208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77940" y="198424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7794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944868" y="1929384"/>
            <a:ext cx="1634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the folder to PATH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96228" y="2651760"/>
            <a:ext cx="2146554" cy="2898648"/>
          </a:xfrm>
          <a:prstGeom prst="roundRect">
            <a:avLst>
              <a:gd name="adj" fmla="val 2130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bookimg/use_node_p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3163322"/>
            <a:ext cx="1963674" cy="187552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972550" y="1783080"/>
            <a:ext cx="2548890" cy="3950208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155430" y="198424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15543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9722358" y="1929384"/>
            <a:ext cx="1634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 node -v  and  npm -v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173718" y="2651760"/>
            <a:ext cx="2146554" cy="2898648"/>
          </a:xfrm>
          <a:prstGeom prst="roundRect">
            <a:avLst>
              <a:gd name="adj" fmla="val 2130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bookimg/use_node_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5158" y="3648625"/>
            <a:ext cx="1963674" cy="90491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 ·  Chapter 7 (Environment Setup)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Blog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50008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58775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up &amp; Log in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personal account.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62272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6592" y="2350008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58775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88152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 out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36592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your account safely.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84464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58784" y="2350008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258775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10344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posts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58784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posts on the home page.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40080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14400" y="4133088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4370832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65960" y="41605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&amp; edit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914400" y="4919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and delete posts.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462272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36592" y="4133088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4370832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788152" y="41605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/ Dark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4736592" y="4919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page theme.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284464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558784" y="4133088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28" y="4370832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10344" y="41605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Likes &amp; comments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8558784" y="4919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comment, and search.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640080" y="5870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 ·  Chapter 9 (Web Development)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LANGUAGES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Your Tools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" y="2011680"/>
            <a:ext cx="3502152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46888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6" y="274228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03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950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or Vue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0120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look: pages,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themes.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62272" y="20116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71416" y="2011680"/>
            <a:ext cx="3502152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65392" y="2304288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2E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65392" y="2304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82312" y="2468880"/>
            <a:ext cx="1051560" cy="10515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718" y="2742286"/>
            <a:ext cx="504749" cy="50474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82312" y="3703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82312" y="3950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(Python)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782312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posts &amp;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284464" y="201168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93608" y="2011680"/>
            <a:ext cx="3502152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604504" y="246888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910" y="2742286"/>
            <a:ext cx="504749" cy="5047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04504" y="3703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604504" y="39502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8604504" y="4480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users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posts.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this?  </a:t>
            </a: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Flask + SQLite (one language). Add React or Vue later for a fancier look.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Designs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8988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 in page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bookimg/mock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089758"/>
            <a:ext cx="2889504" cy="202265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4340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1984248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2628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9320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posts (home)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4456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bookimg/mock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089758"/>
            <a:ext cx="2889504" cy="202265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46720" y="1783080"/>
            <a:ext cx="3474720" cy="39502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29600" y="1984248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796528" y="1929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 post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8247888" y="2651760"/>
            <a:ext cx="3072384" cy="2898648"/>
          </a:xfrm>
          <a:prstGeom prst="roundRect">
            <a:avLst>
              <a:gd name="adj" fmla="val 1577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bookimg/mock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3089758"/>
            <a:ext cx="2889504" cy="2022653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828800" y="580644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FFF2E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change →  git add  ·  git commit  ·  git push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for Building Your Blog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25118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small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login + posts working first. Add the rest later.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62272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6592" y="228600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449" y="251185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42432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with AI first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36592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task.md plan, then follow it step by step.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84464" y="201168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58784" y="228600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641" y="251185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64624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step at a time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58784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for small pieces, not the whole app at once.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14400" y="406908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257" y="429493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024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as you go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4400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every button. Fix small problems early.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462272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36592" y="406908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449" y="4294937"/>
            <a:ext cx="416966" cy="41696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742432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&amp; push often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736592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version every time something works.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284464" y="3794760"/>
            <a:ext cx="35204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88900" dist="25400" dir="5400000" algn="bl" rotWithShape="0">
              <a:srgbClr val="8FA3B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558784" y="406908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641" y="4294937"/>
            <a:ext cx="416966" cy="41696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564624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Stuck? Share the error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558784" y="4818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error message and give it to the AI.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loop:  </a:t>
            </a: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little  →  test  →  commit &amp; push  →  repeat.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8,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182880"/>
            <a:ext cx="512064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{ }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097280" cy="10972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47985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3429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start building.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first </a:t>
            </a:r>
            <a:r>
              <a:rPr lang="en-US" sz="22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then code.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58368" y="5577840"/>
            <a:ext cx="365760" cy="12801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78992" y="5577840"/>
            <a:ext cx="146304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1  ·  June 8,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1401</Words>
  <Application>Microsoft Macintosh PowerPoint</Application>
  <PresentationFormat>Widescreen</PresentationFormat>
  <Paragraphs>333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— Day 1</dc:title>
  <dc:subject>PptxGenJS Presentation</dc:subject>
  <dc:creator>Daze Lu</dc:creator>
  <cp:lastModifiedBy>Daze Lu</cp:lastModifiedBy>
  <cp:revision>3</cp:revision>
  <dcterms:created xsi:type="dcterms:W3CDTF">2026-06-08T07:51:46Z</dcterms:created>
  <dcterms:modified xsi:type="dcterms:W3CDTF">2026-07-06T03:25:48Z</dcterms:modified>
</cp:coreProperties>
</file>