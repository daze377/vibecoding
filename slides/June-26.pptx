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0" y="548640"/>
            <a:ext cx="3200400" cy="58521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0" b="0">
                <a:solidFill>
                  <a:srgbClr val="DCE6F0"/>
                </a:solidFill>
                <a:latin typeface="Arial Black"/>
              </a:rPr>
              <a:t>&lt;/&gt;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27632"/>
            <a:ext cx="457200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0284C7"/>
                </a:solidFill>
                <a:latin typeface="Arial"/>
              </a:rPr>
              <a:t>STEM INSTITUTE  ·  MODULE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9601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>
                <a:solidFill>
                  <a:srgbClr val="0F2740"/>
                </a:solidFill>
                <a:latin typeface="Arial Black"/>
              </a:rPr>
              <a:t>How to Use AI Correctly</a:t>
            </a:r>
          </a:p>
          <a:p>
            <a:pPr algn="l"/>
            <a:r>
              <a:rPr sz="4000">
                <a:solidFill>
                  <a:srgbClr val="0F2740"/>
                </a:solidFill>
                <a:latin typeface="Arial Black"/>
              </a:rPr>
              <a:t>In a Real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6908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47566B"/>
                </a:solidFill>
                <a:latin typeface="Calibri"/>
              </a:rPr>
              <a:t>Prompts are easy — </a:t>
            </a:r>
            <a:r>
              <a:rPr sz="1700" b="1">
                <a:solidFill>
                  <a:srgbClr val="F97316"/>
                </a:solidFill>
                <a:latin typeface="Calibri"/>
              </a:rPr>
              <a:t>real projects</a:t>
            </a:r>
            <a:r>
              <a:rPr sz="1700" b="0">
                <a:solidFill>
                  <a:srgbClr val="47566B"/>
                </a:solidFill>
                <a:latin typeface="Calibri"/>
              </a:rPr>
              <a:t> need plans, tests, and review.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800600"/>
            <a:ext cx="30175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7566B"/>
                </a:solidFill>
                <a:latin typeface="Calibri"/>
              </a:rPr>
              <a:t>Day 9  —  June 26,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8FA3BC"/>
                </a:solidFill>
                <a:latin typeface="Calibri"/>
              </a:rPr>
              <a:t>Vibe Coding  ·  June 26,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75720" y="384048"/>
            <a:ext cx="118872" cy="11887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49456" y="384048"/>
            <a:ext cx="118872" cy="11887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