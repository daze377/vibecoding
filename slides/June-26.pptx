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0" y="548640"/>
            <a:ext cx="3200400" cy="5852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0" b="0">
                <a:solidFill>
                  <a:srgbClr val="DCE6F0"/>
                </a:solidFill>
                <a:latin typeface="Arial Black"/>
              </a:rPr>
              <a:t>&lt;/&gt;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457200" cy="6400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Arial"/>
              </a:rPr>
              <a:t>STEM INSTITUTE  · 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0F2740"/>
                </a:solidFill>
                <a:latin typeface="Arial Black"/>
              </a:rPr>
              <a:t>Topic</a:t>
            </a:r>
          </a:p>
          <a:p>
            <a:pPr algn="l"/>
            <a:r>
              <a:rPr sz="4000" b="0">
                <a:solidFill>
                  <a:srgbClr val="0F2740"/>
                </a:solidFill>
                <a:latin typeface="Arial Black"/>
              </a:rPr>
              <a:t>TBD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6908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7566B"/>
                </a:solidFill>
                <a:latin typeface="Calibri"/>
              </a:rPr>
              <a:t>Fill in today's session focus before class.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00600"/>
            <a:ext cx="30175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7566B"/>
                </a:solidFill>
                <a:latin typeface="Calibri"/>
              </a:rPr>
              <a:t>Day 9  —  June 26,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8FA3BC"/>
                </a:solidFill>
                <a:latin typeface="Calibri"/>
              </a:rPr>
              <a:t>Vibe Coding  ·  June 26,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75720" y="384048"/>
            <a:ext cx="118872" cy="11887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49456" y="384048"/>
            <a:ext cx="118872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